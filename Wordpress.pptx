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  <Default Extension="webp" ContentType="image/webp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5143500" type="screen16x9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presProps" Target="presProps.xml"/>
  <Relationship Id="rId16" Type="http://schemas.openxmlformats.org/officeDocument/2006/relationships/viewProps" Target="viewProps.xml"/>
  <Relationship Id="rId17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81940692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338_6a5e8b3d1.webp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338_8e999ac62.webp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338_c7f678ae3.webp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338_3833c2d64.webp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338_bf0b06cb5.webp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338_c707aadb6.webp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338_95839f927.webp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339_ce2316488.webp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339_d22ed4969.webp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339_2aa73e5610.webp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339_a7d1c21f11.webp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339_c29cbefa12.webp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me61">
  <a:themeElements>
    <a:clrScheme name="Theme6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61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6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12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2026-10-25T10:33:38Z</dcterms:created>
  <dcterms:modified xsi:type="dcterms:W3CDTF">2026-10-25T10:33:38Z</dcterms:modified>
  <dc:title>Untitled Presentation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