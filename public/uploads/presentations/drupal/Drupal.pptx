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presProps" Target="presProps.xml"/>
  <Relationship Id="rId30" Type="http://schemas.openxmlformats.org/officeDocument/2006/relationships/viewProps" Target="viewProps.xml"/>
  <Relationship Id="rId3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7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316ac674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5cbbff12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755c1194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a29fe8f3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e55de7e1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716a6501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3ca06b00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5_875f9650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65730d1a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6009e682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093a7c7f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b4bfd1e9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5b8afa30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c654ca6b14.webp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74d3587915.webp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a9a4a46b16.webp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223cac0217.webp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c73dc75f18.webp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6_480cfb9d19.webp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da6d638c20.webp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7daef88d21.webp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37d8278b22.webp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77a9a15823.webp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bb7be58724.webp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fe2fffec25.webp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437_c7b4992f26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7991475" cy="5143500"/>
          <a:chOff x="1133475" y="0"/>
          <a:chExt cx="7991475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1">
  <a:themeElements>
    <a:clrScheme name="Theme7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2026-10-25T10:34:35Z</dcterms:created>
  <dcterms:modified xsi:type="dcterms:W3CDTF">2026-10-25T10:34:35Z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