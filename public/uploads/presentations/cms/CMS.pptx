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658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b0be5b98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ade261d6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d6bfeba6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7392dff7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97986db5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9b8127d7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d3b3c18d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06302452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c1a5dfbf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2_4b380869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3_b085c67a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3_1c97b846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3_2b45fb04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21153_c986b16214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2">
  <a:themeElements>
    <a:clrScheme name="Theme5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2026-10-25T12:11:52Z</dcterms:created>
  <dcterms:modified xsi:type="dcterms:W3CDTF">2026-10-25T12:11:52Z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