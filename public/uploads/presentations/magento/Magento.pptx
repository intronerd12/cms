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Default Extension="webp" ContentType="image/webp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presProps" Target="presProps.xml"/>
  <Relationship Id="rId27" Type="http://schemas.openxmlformats.org/officeDocument/2006/relationships/viewProps" Target="viewProps.xml"/>
  <Relationship Id="rId2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94092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0_2524acc71.webp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0_28b305b22.webp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0_c565fa773.webp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0_6bab9bbf4.webp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0_f0ca763d5.webp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1_a85d2e7a6.webp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1_617fb7e47.webp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1_248af1ea8.webp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1_957ebbdc9.webp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1_675d3c0410.webp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1_727c5bbf11.webp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1_2c30eb4312.webp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1_606ffd0f13.webp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1_11dccdd614.webp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1_2798b25415.webp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2_6559011a16.webp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2_ef79650417.webp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2_b732e8b218.webp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2_368e338419.webp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2_ed876c0420.webp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2_58bc39d921.webp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2_b218c07922.webp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732_dd3aeb0123.webp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64">
  <a:themeElements>
    <a:clrScheme name="Theme6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2026-10-25T10:37:30Z</dcterms:created>
  <dcterms:modified xsi:type="dcterms:W3CDTF">2026-10-25T10:37:30Z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