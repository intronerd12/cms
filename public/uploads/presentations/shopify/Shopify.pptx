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  <Default Extension="webp" ContentType="image/webp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9144000" cy="5143500" type="screen16x9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slide" Target="slides/slide9.xml"/>
  <Relationship Id="rId12" Type="http://schemas.openxmlformats.org/officeDocument/2006/relationships/slide" Target="slides/slide10.xml"/>
  <Relationship Id="rId13" Type="http://schemas.openxmlformats.org/officeDocument/2006/relationships/slide" Target="slides/slide11.xml"/>
  <Relationship Id="rId14" Type="http://schemas.openxmlformats.org/officeDocument/2006/relationships/slide" Target="slides/slide12.xml"/>
  <Relationship Id="rId15" Type="http://schemas.openxmlformats.org/officeDocument/2006/relationships/slide" Target="slides/slide13.xml"/>
  <Relationship Id="rId16" Type="http://schemas.openxmlformats.org/officeDocument/2006/relationships/slide" Target="slides/slide14.xml"/>
  <Relationship Id="rId17" Type="http://schemas.openxmlformats.org/officeDocument/2006/relationships/slide" Target="slides/slide15.xml"/>
  <Relationship Id="rId18" Type="http://schemas.openxmlformats.org/officeDocument/2006/relationships/slide" Target="slides/slide16.xml"/>
  <Relationship Id="rId19" Type="http://schemas.openxmlformats.org/officeDocument/2006/relationships/slide" Target="slides/slide17.xml"/>
  <Relationship Id="rId20" Type="http://schemas.openxmlformats.org/officeDocument/2006/relationships/slide" Target="slides/slide18.xml"/>
  <Relationship Id="rId21" Type="http://schemas.openxmlformats.org/officeDocument/2006/relationships/presProps" Target="presProps.xml"/>
  <Relationship Id="rId22" Type="http://schemas.openxmlformats.org/officeDocument/2006/relationships/viewProps" Target="viewProps.xml"/>
  <Relationship Id="rId23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81940797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24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g_20261025103523_e67a77621.webp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g_20261025103523_118c0c112.webp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g_20261025103523_50482e923.webp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g_20261025103523_3bd603424.webp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g_20261025103523_e203a0ad5.webp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g_20261025103523_02c540c66.webp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g_20261025103523_653900917.webp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g_20261025103523_2b078efb8.webp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g_20261025103523_92aea9ad9.webp"/>
</Relationships>
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g_20261025103524_02551c6110.webp"/>
</Relationships>
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g_20261025103524_f8efb59911.webp"/>
</Relationships>
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g_20261025103524_2e79ccb212.webp"/>
</Relationships>
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g_20261025103524_035eb21613.webp"/>
</Relationships>
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g_20261025103524_3705cf5114.webp"/>
</Relationships>
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g_20261025103524_171d229315.webp"/>
</Relationships>
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g_20261025103524_829d8bab16.webp"/>
</Relationships>

</file>

<file path=ppt/slides/_rels/slide1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g_20261025103524_f6babd8917.webp"/>
</Relationships>

</file>

<file path=ppt/slides/_rels/slide1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g_20261025103524_5efbec6018.webp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lide Image" descr="An image added to the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lide Image" descr="An image added to the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lide Image" descr="An image added to the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lide Image" descr="An image added to the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lide Image" descr="An image added to the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lide Image" descr="An image added to the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lide Image" descr="An image added to the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lide Image" descr="An image added to the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lide Image" descr="An image added to the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lide Image" descr="An image added to the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lide Image" descr="An image added to the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lide Image" descr="An image added to the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lide Image" descr="An image added to the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lide Image" descr="An image added to the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lide Image" descr="An image added to the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lide Image" descr="An image added to the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lide Image" descr="An image added to the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1" name="Slide Image" descr="An image added to the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heme98">
  <a:themeElements>
    <a:clrScheme name="Theme98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98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98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18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Microsoft Corporation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Unknown Creator</dc:creator>
  <cp:lastModifiedBy>Unknown Creator</cp:lastModifiedBy>
  <dcterms:created xsi:type="dcterms:W3CDTF">2026-10-25T10:35:23Z</dcterms:created>
  <dcterms:modified xsi:type="dcterms:W3CDTF">2026-10-25T10:35:23Z</dcterms:modified>
  <dc:title>Untitled Presentation</dc:title>
  <dc:description/>
  <dc:subject/>
  <cp:keywords/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