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  <Default Extension="webp" ContentType="image/webp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slide" Target="slides/slide15.xml"/>
  <Relationship Id="rId18" Type="http://schemas.openxmlformats.org/officeDocument/2006/relationships/slide" Target="slides/slide16.xml"/>
  <Relationship Id="rId19" Type="http://schemas.openxmlformats.org/officeDocument/2006/relationships/slide" Target="slides/slide17.xml"/>
  <Relationship Id="rId20" Type="http://schemas.openxmlformats.org/officeDocument/2006/relationships/slide" Target="slides/slide18.xml"/>
  <Relationship Id="rId21" Type="http://schemas.openxmlformats.org/officeDocument/2006/relationships/slide" Target="slides/slide19.xml"/>
  <Relationship Id="rId22" Type="http://schemas.openxmlformats.org/officeDocument/2006/relationships/slide" Target="slides/slide20.xml"/>
  <Relationship Id="rId23" Type="http://schemas.openxmlformats.org/officeDocument/2006/relationships/slide" Target="slides/slide21.xml"/>
  <Relationship Id="rId24" Type="http://schemas.openxmlformats.org/officeDocument/2006/relationships/slide" Target="slides/slide22.xml"/>
  <Relationship Id="rId25" Type="http://schemas.openxmlformats.org/officeDocument/2006/relationships/slide" Target="slides/slide23.xml"/>
  <Relationship Id="rId26" Type="http://schemas.openxmlformats.org/officeDocument/2006/relationships/slide" Target="slides/slide24.xml"/>
  <Relationship Id="rId27" Type="http://schemas.openxmlformats.org/officeDocument/2006/relationships/slide" Target="slides/slide25.xml"/>
  <Relationship Id="rId28" Type="http://schemas.openxmlformats.org/officeDocument/2006/relationships/slide" Target="slides/slide26.xml"/>
  <Relationship Id="rId29" Type="http://schemas.openxmlformats.org/officeDocument/2006/relationships/slide" Target="slides/slide27.xml"/>
  <Relationship Id="rId30" Type="http://schemas.openxmlformats.org/officeDocument/2006/relationships/slide" Target="slides/slide28.xml"/>
  <Relationship Id="rId31" Type="http://schemas.openxmlformats.org/officeDocument/2006/relationships/slide" Target="slides/slide29.xml"/>
  <Relationship Id="rId32" Type="http://schemas.openxmlformats.org/officeDocument/2006/relationships/slide" Target="slides/slide30.xml"/>
  <Relationship Id="rId33" Type="http://schemas.openxmlformats.org/officeDocument/2006/relationships/slide" Target="slides/slide31.xml"/>
  <Relationship Id="rId34" Type="http://schemas.openxmlformats.org/officeDocument/2006/relationships/slide" Target="slides/slide32.xml"/>
  <Relationship Id="rId35" Type="http://schemas.openxmlformats.org/officeDocument/2006/relationships/slide" Target="slides/slide33.xml"/>
  <Relationship Id="rId36" Type="http://schemas.openxmlformats.org/officeDocument/2006/relationships/slide" Target="slides/slide34.xml"/>
  <Relationship Id="rId37" Type="http://schemas.openxmlformats.org/officeDocument/2006/relationships/slide" Target="slides/slide35.xml"/>
  <Relationship Id="rId38" Type="http://schemas.openxmlformats.org/officeDocument/2006/relationships/slide" Target="slides/slide36.xml"/>
  <Relationship Id="rId39" Type="http://schemas.openxmlformats.org/officeDocument/2006/relationships/slide" Target="slides/slide37.xml"/>
  <Relationship Id="rId40" Type="http://schemas.openxmlformats.org/officeDocument/2006/relationships/slide" Target="slides/slide38.xml"/>
  <Relationship Id="rId41" Type="http://schemas.openxmlformats.org/officeDocument/2006/relationships/slide" Target="slides/slide39.xml"/>
  <Relationship Id="rId42" Type="http://schemas.openxmlformats.org/officeDocument/2006/relationships/slide" Target="slides/slide40.xml"/>
  <Relationship Id="rId43" Type="http://schemas.openxmlformats.org/officeDocument/2006/relationships/slide" Target="slides/slide41.xml"/>
  <Relationship Id="rId44" Type="http://schemas.openxmlformats.org/officeDocument/2006/relationships/slide" Target="slides/slide42.xml"/>
  <Relationship Id="rId45" Type="http://schemas.openxmlformats.org/officeDocument/2006/relationships/slide" Target="slides/slide43.xml"/>
  <Relationship Id="rId46" Type="http://schemas.openxmlformats.org/officeDocument/2006/relationships/slide" Target="slides/slide44.xml"/>
  <Relationship Id="rId47" Type="http://schemas.openxmlformats.org/officeDocument/2006/relationships/slide" Target="slides/slide45.xml"/>
  <Relationship Id="rId48" Type="http://schemas.openxmlformats.org/officeDocument/2006/relationships/slide" Target="slides/slide46.xml"/>
  <Relationship Id="rId49" Type="http://schemas.openxmlformats.org/officeDocument/2006/relationships/slide" Target="slides/slide47.xml"/>
  <Relationship Id="rId50" Type="http://schemas.openxmlformats.org/officeDocument/2006/relationships/slide" Target="slides/slide48.xml"/>
  <Relationship Id="rId51" Type="http://schemas.openxmlformats.org/officeDocument/2006/relationships/slide" Target="slides/slide49.xml"/>
  <Relationship Id="rId52" Type="http://schemas.openxmlformats.org/officeDocument/2006/relationships/slide" Target="slides/slide50.xml"/>
  <Relationship Id="rId53" Type="http://schemas.openxmlformats.org/officeDocument/2006/relationships/slide" Target="slides/slide51.xml"/>
  <Relationship Id="rId54" Type="http://schemas.openxmlformats.org/officeDocument/2006/relationships/slide" Target="slides/slide52.xml"/>
  <Relationship Id="rId55" Type="http://schemas.openxmlformats.org/officeDocument/2006/relationships/slide" Target="slides/slide53.xml"/>
  <Relationship Id="rId56" Type="http://schemas.openxmlformats.org/officeDocument/2006/relationships/slide" Target="slides/slide54.xml"/>
  <Relationship Id="rId57" Type="http://schemas.openxmlformats.org/officeDocument/2006/relationships/slide" Target="slides/slide55.xml"/>
  <Relationship Id="rId58" Type="http://schemas.openxmlformats.org/officeDocument/2006/relationships/slide" Target="slides/slide56.xml"/>
  <Relationship Id="rId59" Type="http://schemas.openxmlformats.org/officeDocument/2006/relationships/slide" Target="slides/slide57.xml"/>
  <Relationship Id="rId60" Type="http://schemas.openxmlformats.org/officeDocument/2006/relationships/slide" Target="slides/slide58.xml"/>
  <Relationship Id="rId61" Type="http://schemas.openxmlformats.org/officeDocument/2006/relationships/slide" Target="slides/slide59.xml"/>
  <Relationship Id="rId62" Type="http://schemas.openxmlformats.org/officeDocument/2006/relationships/slide" Target="slides/slide60.xml"/>
  <Relationship Id="rId63" Type="http://schemas.openxmlformats.org/officeDocument/2006/relationships/slide" Target="slides/slide61.xml"/>
  <Relationship Id="rId64" Type="http://schemas.openxmlformats.org/officeDocument/2006/relationships/slide" Target="slides/slide62.xml"/>
  <Relationship Id="rId65" Type="http://schemas.openxmlformats.org/officeDocument/2006/relationships/slide" Target="slides/slide63.xml"/>
  <Relationship Id="rId66" Type="http://schemas.openxmlformats.org/officeDocument/2006/relationships/slide" Target="slides/slide64.xml"/>
  <Relationship Id="rId67" Type="http://schemas.openxmlformats.org/officeDocument/2006/relationships/slide" Target="slides/slide65.xml"/>
  <Relationship Id="rId68" Type="http://schemas.openxmlformats.org/officeDocument/2006/relationships/slide" Target="slides/slide66.xml"/>
  <Relationship Id="rId69" Type="http://schemas.openxmlformats.org/officeDocument/2006/relationships/slide" Target="slides/slide67.xml"/>
  <Relationship Id="rId70" Type="http://schemas.openxmlformats.org/officeDocument/2006/relationships/presProps" Target="presProps.xml"/>
  <Relationship Id="rId71" Type="http://schemas.openxmlformats.org/officeDocument/2006/relationships/viewProps" Target="viewProps.xml"/>
  <Relationship Id="rId72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81940680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0_d375a6911.webp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0_097a97792.webp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1_8ad108323.webp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1_e4bf31c94.webp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1_a4040a795.webp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1_1e90df726.webp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1_ac03e3d77.webp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1_b75a2f838.webp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1_7b4284329.webp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1_7c0e848110.webp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1_7b01b4d811.webp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1_438890a112.webp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2_8e84d27413.webp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2_deb8d1e414.webp"/>
</Relationships>
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2_bfd8830f15.webp"/>
</Relationships>
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2_73b4e90416.webp"/>
</Relationships>
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2_2efee4b517.webp"/>
</Relationships>
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2_5bef144f18.webp"/>
</Relationships>
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2_f72eb1d219.webp"/>
</Relationships>
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2_708a59f120.webp"/>
</Relationships>
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2_9f041fe921.webp"/>
</Relationships>
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2_a2cacadd22.webp"/>
</Relationships>
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3_13cb566f23.webp"/>
</Relationships>
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3_072952f424.webp"/>
</Relationships>
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3_cfb8747425.webp"/>
</Relationships>

</file>

<file path=ppt/slides/_rels/slide2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3_99e87fa426.webp"/>
</Relationships>

</file>

<file path=ppt/slides/_rels/slide2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3_1fe2133727.webp"/>
</Relationships>

</file>

<file path=ppt/slides/_rels/slide2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3_673cdb8e28.webp"/>
</Relationships>

</file>

<file path=ppt/slides/_rels/slide2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3_1648dfa829.webp"/>
</Relationships>

</file>

<file path=ppt/slides/_rels/slide3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3_6e17651b30.webp"/>
</Relationships>

</file>

<file path=ppt/slides/_rels/slide3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3_73e77d2831.webp"/>
</Relationships>

</file>

<file path=ppt/slides/_rels/slide3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3_551fa48032.webp"/>
</Relationships>

</file>

<file path=ppt/slides/_rels/slide3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4_b18cc0a833.webp"/>
</Relationships>

</file>

<file path=ppt/slides/_rels/slide3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4_afadbf4d34.webp"/>
</Relationships>

</file>

<file path=ppt/slides/_rels/slide3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4_ad3bee4735.webp"/>
</Relationships>

</file>

<file path=ppt/slides/_rels/slide3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4_e63124cf36.webp"/>
</Relationships>

</file>

<file path=ppt/slides/_rels/slide3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4_b4ca37dd37.webp"/>
</Relationships>

</file>

<file path=ppt/slides/_rels/slide3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4_91351f1538.webp"/>
</Relationships>

</file>

<file path=ppt/slides/_rels/slide3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4_973872d039.webp"/>
</Relationships>

</file>

<file path=ppt/slides/_rels/slide4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4_c54e353440.webp"/>
</Relationships>

</file>

<file path=ppt/slides/_rels/slide4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4_0312a0c541.webp"/>
</Relationships>

</file>

<file path=ppt/slides/_rels/slide4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4_7e6dc67942.webp"/>
</Relationships>

</file>

<file path=ppt/slides/_rels/slide4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5_9b1674ee43.webp"/>
</Relationships>

</file>

<file path=ppt/slides/_rels/slide4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5_8ce0c67144.webp"/>
</Relationships>

</file>

<file path=ppt/slides/_rels/slide4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5_39912d5f45.webp"/>
</Relationships>

</file>

<file path=ppt/slides/_rels/slide4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5_761764ba46.webp"/>
</Relationships>

</file>

<file path=ppt/slides/_rels/slide4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5_c5dbed0847.webp"/>
</Relationships>

</file>

<file path=ppt/slides/_rels/slide4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5_4be61fff48.webp"/>
</Relationships>

</file>

<file path=ppt/slides/_rels/slide4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5_72daad7249.webp"/>
</Relationships>

</file>

<file path=ppt/slides/_rels/slide5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5_7790bc8150.webp"/>
</Relationships>

</file>

<file path=ppt/slides/_rels/slide5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5_f9b9acaa51.webp"/>
</Relationships>

</file>

<file path=ppt/slides/_rels/slide5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6_fd43e48552.webp"/>
</Relationships>

</file>

<file path=ppt/slides/_rels/slide5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6_794a899453.webp"/>
</Relationships>

</file>

<file path=ppt/slides/_rels/slide5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6_dfa2d96854.webp"/>
</Relationships>

</file>

<file path=ppt/slides/_rels/slide5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6_9e03ff0855.webp"/>
</Relationships>

</file>

<file path=ppt/slides/_rels/slide5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6_7b46cfb356.webp"/>
</Relationships>

</file>

<file path=ppt/slides/_rels/slide5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6_b4360e8457.webp"/>
</Relationships>

</file>

<file path=ppt/slides/_rels/slide5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6_26cd056e58.webp"/>
</Relationships>

</file>

<file path=ppt/slides/_rels/slide5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6_f435385359.webp"/>
</Relationships>

</file>

<file path=ppt/slides/_rels/slide6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7_a24eca9760.webp"/>
</Relationships>

</file>

<file path=ppt/slides/_rels/slide6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7_63f390be61.webp"/>
</Relationships>

</file>

<file path=ppt/slides/_rels/slide6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7_4518907a62.webp"/>
</Relationships>

</file>

<file path=ppt/slides/_rels/slide6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7_20bfb0a063.webp"/>
</Relationships>

</file>

<file path=ppt/slides/_rels/slide6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7_c80d121764.webp"/>
</Relationships>

</file>

<file path=ppt/slides/_rels/slide6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7_c6fe4e9a65.webp"/>
</Relationships>

</file>

<file path=ppt/slides/_rels/slide6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7_58fc0fb966.webp"/>
</Relationships>

</file>

<file path=ppt/slides/_rels/slide6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327_cefeca2a67.webp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143000" y="0"/>
          <a:ext cx="8001000" cy="5143500"/>
          <a:chOff x="1143000" y="0"/>
          <a:chExt cx="8001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69">
  <a:themeElements>
    <a:clrScheme name="Theme6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69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6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67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2026-10-25T10:33:20Z</dcterms:created>
  <dcterms:modified xsi:type="dcterms:W3CDTF">2026-10-25T10:33:20Z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