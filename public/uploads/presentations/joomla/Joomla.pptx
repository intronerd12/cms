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Default Extension="webp" ContentType="image/webp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presProps" Target="presProps.xml"/>
  <Relationship Id="rId21" Type="http://schemas.openxmlformats.org/officeDocument/2006/relationships/viewProps" Target="viewProps.xml"/>
  <Relationship Id="rId22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81940658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259_2ce1ae131.webp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259_8fe443f92.webp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259_186d3bc73.webp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259_7a02a53d4.webp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259_368cae5f5.webp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259_126538c26.webp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259_d3c250617.webp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00_fc7e8e208.webp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00_2cde13e29.webp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00_3fba863e10.webp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00_1b3bf90111.webp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00_ee9de7ba12.webp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00_3f4601bb13.webp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00_00c4bb4414.webp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05_08e45d1915.webp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05_936e84e116.webp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05_6ebd219c17.webp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99">
  <a:themeElements>
    <a:clrScheme name="Theme9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17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2026-10-25T10:32:59Z</dcterms:created>
  <dcterms:modified xsi:type="dcterms:W3CDTF">2026-10-25T10:32:59Z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